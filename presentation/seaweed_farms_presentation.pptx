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 Vision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 for Seaweed Farms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Revolutionizing Seaweed Production Through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Seaweed Farms Operate Today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by divers and boat operators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lines and nets deployed in ocean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monitoring of farm health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assessment of seaweed quality and growth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collection across large farm areas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65760" cy="365760"/>
          </a:xfrm>
          <a:prstGeom prst="circle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Current Seaweed Production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is time-consuming and error-prone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detect diseases and anomalies 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lacks consistency across farms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production requires exponentially more labor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data on farm health metrics over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65760" cy="365760"/>
          </a:xfrm>
          <a:prstGeom prst="circle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Image Recognition Transforms Seaweed Farming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drone imagery inspection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status detection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identification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all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Computer Vision Detects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 diseased seaweed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stages and maturity levels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stressors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and biomass estimation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0" cy="3200400"/>
          </a:xfrm>
          <a:prstGeom prst="line">
            <a:avLst/>
          </a:prstGeom>
          <a:noFill/>
          <a:ln w="25400">
            <a:solidFill>
              <a:srgbClr val="F8FBF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 Vision: Building the Foundation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8FB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comprehensive labeled datasets of seaweed farm imagery to train accurate AI models for drone image analysis at scale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for Farmers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 into farm health and productivity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yields through early problem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labor costs via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scaling for large seaweed 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farm monitoring · Predictive analytics · Precision farming at industrial scale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2026-07-29T11:02:14Z</dcterms:created>
  <dcterms:modified xsi:type="dcterms:W3CDTF">2026-07-29T11:02:14Z</dcterms:modified>
</cp:coreProperties>
</file>